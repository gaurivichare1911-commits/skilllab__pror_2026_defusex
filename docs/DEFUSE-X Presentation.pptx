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ig Shoulders Display Bold" charset="0"/>
      <p:regular r:id="rId8"/>
    </p:embeddedFont>
    <p:embeddedFont>
      <p:font typeface="Poppins" charset="0"/>
      <p:regular r:id="rId9"/>
    </p:embeddedFont>
    <p:embeddedFont>
      <p:font typeface="Canva Sans Bold" charset="0"/>
      <p:regular r:id="rId10"/>
    </p:embeddedFont>
    <p:embeddedFont>
      <p:font typeface="Poppins Bold" charset="0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Canva Sans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9" d="100"/>
          <a:sy n="59" d="100"/>
        </p:scale>
        <p:origin x="-418" y="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80999">
            <a:off x="14578486" y="202679"/>
            <a:ext cx="3390463" cy="2391818"/>
          </a:xfrm>
          <a:custGeom>
            <a:avLst/>
            <a:gdLst/>
            <a:ahLst/>
            <a:cxnLst/>
            <a:rect l="l" t="t" r="r" b="b"/>
            <a:pathLst>
              <a:path w="3390463" h="2391818">
                <a:moveTo>
                  <a:pt x="0" y="0"/>
                </a:moveTo>
                <a:lnTo>
                  <a:pt x="3390464" y="0"/>
                </a:lnTo>
                <a:lnTo>
                  <a:pt x="3390464" y="2391817"/>
                </a:lnTo>
                <a:lnTo>
                  <a:pt x="0" y="23918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833610">
            <a:off x="170146" y="7223413"/>
            <a:ext cx="3364063" cy="2373193"/>
          </a:xfrm>
          <a:custGeom>
            <a:avLst/>
            <a:gdLst/>
            <a:ahLst/>
            <a:cxnLst/>
            <a:rect l="l" t="t" r="r" b="b"/>
            <a:pathLst>
              <a:path w="3364063" h="2373193">
                <a:moveTo>
                  <a:pt x="0" y="0"/>
                </a:moveTo>
                <a:lnTo>
                  <a:pt x="3364062" y="0"/>
                </a:lnTo>
                <a:lnTo>
                  <a:pt x="3364062" y="2373193"/>
                </a:lnTo>
                <a:lnTo>
                  <a:pt x="0" y="23731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10730" y="-409855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40" y="0"/>
                </a:lnTo>
                <a:lnTo>
                  <a:pt x="5497140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80752" y="3766162"/>
            <a:ext cx="15000294" cy="182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7"/>
              </a:lnSpc>
            </a:pPr>
            <a:r>
              <a:rPr lang="en-US" sz="14806" b="1">
                <a:solidFill>
                  <a:srgbClr val="120F0E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BOMB DEFUSAL GAME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2130" y="5892138"/>
            <a:ext cx="560138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Entertainment, Creativity, and the Focus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595793" y="967508"/>
            <a:ext cx="3513062" cy="862158"/>
            <a:chOff x="0" y="0"/>
            <a:chExt cx="4684083" cy="11495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1134" cy="1149544"/>
            </a:xfrm>
            <a:custGeom>
              <a:avLst/>
              <a:gdLst/>
              <a:ahLst/>
              <a:cxnLst/>
              <a:rect l="l" t="t" r="r" b="b"/>
              <a:pathLst>
                <a:path w="991134" h="1149544">
                  <a:moveTo>
                    <a:pt x="0" y="0"/>
                  </a:moveTo>
                  <a:lnTo>
                    <a:pt x="991134" y="0"/>
                  </a:lnTo>
                  <a:lnTo>
                    <a:pt x="991134" y="1149544"/>
                  </a:lnTo>
                  <a:lnTo>
                    <a:pt x="0" y="1149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226957" y="206353"/>
              <a:ext cx="3457126" cy="70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89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120F0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DEFUSE-X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-1722099" y="-409855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951978" y="2031658"/>
            <a:ext cx="2800692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120F0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51779" y="7444713"/>
            <a:ext cx="5601384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120F0E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</a:t>
            </a: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36.Darsh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45.Aditya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57.Pratham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65.Gauri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6234">
            <a:off x="15750146" y="420974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2"/>
                </a:lnTo>
                <a:lnTo>
                  <a:pt x="0" y="2695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41331">
            <a:off x="15228878" y="8663504"/>
            <a:ext cx="3159718" cy="2229037"/>
          </a:xfrm>
          <a:custGeom>
            <a:avLst/>
            <a:gdLst/>
            <a:ahLst/>
            <a:cxnLst/>
            <a:rect l="l" t="t" r="r" b="b"/>
            <a:pathLst>
              <a:path w="3159718" h="2229037">
                <a:moveTo>
                  <a:pt x="0" y="0"/>
                </a:moveTo>
                <a:lnTo>
                  <a:pt x="3159718" y="0"/>
                </a:lnTo>
                <a:lnTo>
                  <a:pt x="3159718" y="2229037"/>
                </a:lnTo>
                <a:lnTo>
                  <a:pt x="0" y="2229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44792" y="-4468439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98966" y="2974067"/>
            <a:ext cx="6101530" cy="4338866"/>
          </a:xfrm>
          <a:custGeom>
            <a:avLst/>
            <a:gdLst/>
            <a:ahLst/>
            <a:cxnLst/>
            <a:rect l="l" t="t" r="r" b="b"/>
            <a:pathLst>
              <a:path w="6101530" h="4338866">
                <a:moveTo>
                  <a:pt x="0" y="0"/>
                </a:moveTo>
                <a:lnTo>
                  <a:pt x="6101530" y="0"/>
                </a:lnTo>
                <a:lnTo>
                  <a:pt x="6101530" y="4338866"/>
                </a:lnTo>
                <a:lnTo>
                  <a:pt x="0" y="4338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65165" y="3468245"/>
            <a:ext cx="542596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 b="1">
                <a:solidFill>
                  <a:srgbClr val="120F0E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5165" y="4762036"/>
            <a:ext cx="7621391" cy="255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908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In today’s digital age, children are increasingly exposed to instant content, reducing their attention span, lack of focus and decrease in problem solving skills.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1029493"/>
            <a:ext cx="2432426" cy="738189"/>
            <a:chOff x="0" y="0"/>
            <a:chExt cx="3243235" cy="9842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8620" cy="984253"/>
            </a:xfrm>
            <a:custGeom>
              <a:avLst/>
              <a:gdLst/>
              <a:ahLst/>
              <a:cxnLst/>
              <a:rect l="l" t="t" r="r" b="b"/>
              <a:pathLst>
                <a:path w="848620" h="984253">
                  <a:moveTo>
                    <a:pt x="0" y="0"/>
                  </a:moveTo>
                  <a:lnTo>
                    <a:pt x="848620" y="0"/>
                  </a:lnTo>
                  <a:lnTo>
                    <a:pt x="848620" y="984253"/>
                  </a:lnTo>
                  <a:lnTo>
                    <a:pt x="0" y="98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139162" y="175685"/>
              <a:ext cx="210407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20F0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DEFUSE-X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51210" y="1786732"/>
            <a:ext cx="8814121" cy="80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5"/>
              </a:lnSpc>
            </a:pPr>
            <a:r>
              <a:rPr lang="en-US" sz="5430" b="1">
                <a:solidFill>
                  <a:srgbClr val="120F0E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SOLUTION - BOMB DIFFUSAL GAME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31485" y="3313815"/>
            <a:ext cx="14764764" cy="3977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To address this issue, a Bomb Defusal Game is developed as an interactive learning system.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The game presents time-based challenges that require focus, logical thinking, and quick decision-making.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Users must solve puzzles, decode patterns, or enter correct inputs to “defuse” the bomb.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This creates a sense of urgency, improving concentration and engagement.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Overall, the system enhances problem-solving skills in a fun and practical way.</a:t>
            </a:r>
          </a:p>
        </p:txBody>
      </p:sp>
      <p:sp>
        <p:nvSpPr>
          <p:cNvPr id="4" name="Freeform 4"/>
          <p:cNvSpPr/>
          <p:nvPr/>
        </p:nvSpPr>
        <p:spPr>
          <a:xfrm rot="-646234">
            <a:off x="15067012" y="333218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41331">
            <a:off x="-1799209" y="3074554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491711" y="572479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862775" y="5143500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9493"/>
            <a:ext cx="2432426" cy="738189"/>
            <a:chOff x="0" y="0"/>
            <a:chExt cx="3243235" cy="9842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8620" cy="984253"/>
            </a:xfrm>
            <a:custGeom>
              <a:avLst/>
              <a:gdLst/>
              <a:ahLst/>
              <a:cxnLst/>
              <a:rect l="l" t="t" r="r" b="b"/>
              <a:pathLst>
                <a:path w="848620" h="984253">
                  <a:moveTo>
                    <a:pt x="0" y="0"/>
                  </a:moveTo>
                  <a:lnTo>
                    <a:pt x="848620" y="0"/>
                  </a:lnTo>
                  <a:lnTo>
                    <a:pt x="848620" y="984253"/>
                  </a:lnTo>
                  <a:lnTo>
                    <a:pt x="0" y="98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139162" y="175685"/>
              <a:ext cx="210407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20F0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DEFUSE-X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02540" y="1037151"/>
            <a:ext cx="8556760" cy="8229600"/>
            <a:chOff x="0" y="0"/>
            <a:chExt cx="1432304" cy="13775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2304" cy="1377541"/>
            </a:xfrm>
            <a:custGeom>
              <a:avLst/>
              <a:gdLst/>
              <a:ahLst/>
              <a:cxnLst/>
              <a:rect l="l" t="t" r="r" b="b"/>
              <a:pathLst>
                <a:path w="1432304" h="1377541">
                  <a:moveTo>
                    <a:pt x="0" y="0"/>
                  </a:moveTo>
                  <a:lnTo>
                    <a:pt x="1432304" y="0"/>
                  </a:lnTo>
                  <a:lnTo>
                    <a:pt x="1432304" y="1377541"/>
                  </a:lnTo>
                  <a:lnTo>
                    <a:pt x="0" y="1377541"/>
                  </a:lnTo>
                  <a:close/>
                </a:path>
              </a:pathLst>
            </a:custGeom>
            <a:blipFill>
              <a:blip r:embed="rId2"/>
              <a:stretch>
                <a:fillRect l="-12553" r="-1255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677007">
            <a:off x="6318276" y="8944929"/>
            <a:ext cx="1734216" cy="1223411"/>
          </a:xfrm>
          <a:custGeom>
            <a:avLst/>
            <a:gdLst/>
            <a:ahLst/>
            <a:cxnLst/>
            <a:rect l="l" t="t" r="r" b="b"/>
            <a:pathLst>
              <a:path w="1734216" h="1223411">
                <a:moveTo>
                  <a:pt x="0" y="0"/>
                </a:moveTo>
                <a:lnTo>
                  <a:pt x="1734216" y="0"/>
                </a:lnTo>
                <a:lnTo>
                  <a:pt x="1734216" y="1223410"/>
                </a:lnTo>
                <a:lnTo>
                  <a:pt x="0" y="1223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262585">
            <a:off x="6775289" y="417787"/>
            <a:ext cx="1734216" cy="1223411"/>
          </a:xfrm>
          <a:custGeom>
            <a:avLst/>
            <a:gdLst/>
            <a:ahLst/>
            <a:cxnLst/>
            <a:rect l="l" t="t" r="r" b="b"/>
            <a:pathLst>
              <a:path w="1734216" h="1223411">
                <a:moveTo>
                  <a:pt x="0" y="0"/>
                </a:moveTo>
                <a:lnTo>
                  <a:pt x="1734217" y="0"/>
                </a:lnTo>
                <a:lnTo>
                  <a:pt x="1734217" y="1223411"/>
                </a:lnTo>
                <a:lnTo>
                  <a:pt x="0" y="12234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55420" y="9556634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97866" y="-2575599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8700" y="1029493"/>
            <a:ext cx="2432426" cy="738189"/>
            <a:chOff x="0" y="0"/>
            <a:chExt cx="3243235" cy="9842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8620" cy="984253"/>
            </a:xfrm>
            <a:custGeom>
              <a:avLst/>
              <a:gdLst/>
              <a:ahLst/>
              <a:cxnLst/>
              <a:rect l="l" t="t" r="r" b="b"/>
              <a:pathLst>
                <a:path w="848620" h="984253">
                  <a:moveTo>
                    <a:pt x="0" y="0"/>
                  </a:moveTo>
                  <a:lnTo>
                    <a:pt x="848620" y="0"/>
                  </a:lnTo>
                  <a:lnTo>
                    <a:pt x="848620" y="984253"/>
                  </a:lnTo>
                  <a:lnTo>
                    <a:pt x="0" y="984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139162" y="175685"/>
              <a:ext cx="210407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20F0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DEFUSE-X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2382940"/>
            <a:ext cx="4381702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 b="1">
                <a:solidFill>
                  <a:srgbClr val="120F0E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WORKING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30" y="3156938"/>
            <a:ext cx="8135790" cy="661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LCD displays math questions and countdown timer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Keypad used to enter answers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Correct answer → next question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All answers are submitted and stored internally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Includes medium and hard difficulty modes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Improves calculation speed and reaction time</a:t>
            </a:r>
          </a:p>
          <a:p>
            <a:pPr marL="620535" lvl="1" indent="-310267">
              <a:lnSpc>
                <a:spcPts val="4023"/>
              </a:lnSpc>
              <a:buFont typeface="Arial"/>
              <a:buChar char="•"/>
            </a:pPr>
            <a:r>
              <a:rPr lang="en-US" sz="2874" dirty="0">
                <a:solidFill>
                  <a:srgbClr val="120F0E"/>
                </a:solidFill>
                <a:latin typeface="Canva Sans"/>
                <a:ea typeface="Canva Sans"/>
                <a:cs typeface="Canva Sans"/>
                <a:sym typeface="Canva Sans"/>
              </a:rPr>
              <a:t>Final output: Bomb Defused 💥 / Bomb Not Defused</a:t>
            </a:r>
          </a:p>
          <a:p>
            <a:pPr algn="ctr">
              <a:lnSpc>
                <a:spcPts val="4023"/>
              </a:lnSpc>
            </a:pPr>
            <a:endParaRPr lang="en-US" sz="2874" dirty="0">
              <a:solidFill>
                <a:srgbClr val="120F0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38066" y="4633619"/>
            <a:ext cx="8705647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Helps kids improve basic math skills (addition, subtraction, multiplication)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Makes learning fun through a game-based activity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Builds quick thinking and problem-solving ability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Improves focus and concentration under time pressure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20F0E"/>
                </a:solidFill>
                <a:latin typeface="Poppins"/>
                <a:ea typeface="Poppins"/>
                <a:cs typeface="Poppins"/>
                <a:sym typeface="Poppins"/>
              </a:rPr>
              <a:t>Encourages interest in electronics and coding through interactive learning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35420" y="3550426"/>
            <a:ext cx="6925046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50"/>
              </a:lnSpc>
              <a:spcBef>
                <a:spcPct val="0"/>
              </a:spcBef>
            </a:pPr>
            <a:r>
              <a:rPr lang="en-US" sz="5000" b="1">
                <a:solidFill>
                  <a:srgbClr val="120F0E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APPLICATIONS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-48335"/>
            <a:ext cx="6242072" cy="10335335"/>
            <a:chOff x="0" y="0"/>
            <a:chExt cx="923933" cy="15298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3934" cy="1529807"/>
            </a:xfrm>
            <a:custGeom>
              <a:avLst/>
              <a:gdLst/>
              <a:ahLst/>
              <a:cxnLst/>
              <a:rect l="l" t="t" r="r" b="b"/>
              <a:pathLst>
                <a:path w="923934" h="1529807">
                  <a:moveTo>
                    <a:pt x="0" y="0"/>
                  </a:moveTo>
                  <a:lnTo>
                    <a:pt x="923934" y="0"/>
                  </a:lnTo>
                  <a:lnTo>
                    <a:pt x="923934" y="1529807"/>
                  </a:lnTo>
                  <a:lnTo>
                    <a:pt x="0" y="1529807"/>
                  </a:lnTo>
                  <a:close/>
                </a:path>
              </a:pathLst>
            </a:custGeom>
            <a:blipFill>
              <a:blip r:embed="rId2"/>
              <a:stretch>
                <a:fillRect l="-102761" r="-4537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4842233" y="847725"/>
            <a:ext cx="636465" cy="738189"/>
          </a:xfrm>
          <a:custGeom>
            <a:avLst/>
            <a:gdLst/>
            <a:ahLst/>
            <a:cxnLst/>
            <a:rect l="l" t="t" r="r" b="b"/>
            <a:pathLst>
              <a:path w="636465" h="738189">
                <a:moveTo>
                  <a:pt x="0" y="0"/>
                </a:moveTo>
                <a:lnTo>
                  <a:pt x="636465" y="0"/>
                </a:lnTo>
                <a:lnTo>
                  <a:pt x="636465" y="738189"/>
                </a:lnTo>
                <a:lnTo>
                  <a:pt x="0" y="738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62570" y="1019175"/>
            <a:ext cx="1644833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4"/>
              </a:lnSpc>
              <a:spcBef>
                <a:spcPct val="0"/>
              </a:spcBef>
            </a:pPr>
            <a:r>
              <a:rPr lang="en-US" sz="2499" b="1">
                <a:solidFill>
                  <a:srgbClr val="120F0E"/>
                </a:solidFill>
                <a:latin typeface="Poppins Bold"/>
                <a:ea typeface="Poppins Bold"/>
                <a:cs typeface="Poppins Bold"/>
                <a:sym typeface="Poppins Bold"/>
              </a:rPr>
              <a:t>DEFUSE-X</a:t>
            </a:r>
          </a:p>
        </p:txBody>
      </p:sp>
      <p:sp>
        <p:nvSpPr>
          <p:cNvPr id="8" name="Freeform 8"/>
          <p:cNvSpPr/>
          <p:nvPr/>
        </p:nvSpPr>
        <p:spPr>
          <a:xfrm rot="-1691021">
            <a:off x="15465928" y="2139071"/>
            <a:ext cx="2846485" cy="2008066"/>
          </a:xfrm>
          <a:custGeom>
            <a:avLst/>
            <a:gdLst/>
            <a:ahLst/>
            <a:cxnLst/>
            <a:rect l="l" t="t" r="r" b="b"/>
            <a:pathLst>
              <a:path w="2846485" h="2008066">
                <a:moveTo>
                  <a:pt x="0" y="0"/>
                </a:moveTo>
                <a:lnTo>
                  <a:pt x="2846485" y="0"/>
                </a:lnTo>
                <a:lnTo>
                  <a:pt x="2846485" y="2008066"/>
                </a:lnTo>
                <a:lnTo>
                  <a:pt x="0" y="2008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98412" y="-3481782"/>
            <a:ext cx="4510482" cy="4510482"/>
          </a:xfrm>
          <a:custGeom>
            <a:avLst/>
            <a:gdLst/>
            <a:ahLst/>
            <a:cxnLst/>
            <a:rect l="l" t="t" r="r" b="b"/>
            <a:pathLst>
              <a:path w="4510482" h="4510482">
                <a:moveTo>
                  <a:pt x="0" y="0"/>
                </a:moveTo>
                <a:lnTo>
                  <a:pt x="4510482" y="0"/>
                </a:lnTo>
                <a:lnTo>
                  <a:pt x="4510482" y="4510482"/>
                </a:lnTo>
                <a:lnTo>
                  <a:pt x="0" y="4510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27361" y="3576956"/>
            <a:ext cx="68825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120F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228</Words>
  <Application>Microsoft Office PowerPoint</Application>
  <PresentationFormat>Custom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Big Shoulders Display Bold</vt:lpstr>
      <vt:lpstr>Poppins</vt:lpstr>
      <vt:lpstr>Canva Sans Bold</vt:lpstr>
      <vt:lpstr>Poppins Bold</vt:lpstr>
      <vt:lpstr>Calibri</vt:lpstr>
      <vt:lpstr>Glacial Indifference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Games Presentation</dc:title>
  <dc:creator>Rudvek</dc:creator>
  <cp:lastModifiedBy>Rudvek</cp:lastModifiedBy>
  <cp:revision>3</cp:revision>
  <dcterms:created xsi:type="dcterms:W3CDTF">2006-08-16T00:00:00Z</dcterms:created>
  <dcterms:modified xsi:type="dcterms:W3CDTF">2026-04-28T11:14:16Z</dcterms:modified>
  <dc:identifier>DAHIIgd7A60</dc:identifier>
</cp:coreProperties>
</file>